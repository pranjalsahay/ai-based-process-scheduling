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OPERATING SYSTEMS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SchedulAI</a:t>
            </a:r>
          </a:p>
          <a:p>
            <a:pPr>
              <a:spcBef>
                <a:spcPts val="800"/>
              </a:spcBef>
              <a:defRPr sz="2000">
                <a:solidFill>
                  <a:srgbClr val="CBD5E1"/>
                </a:solidFill>
              </a:defRPr>
            </a:pPr>
            <a:r>
              <a:t>An Intelligent Socratic AI Tutor for Operating Systems CPU Process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83280"/>
            <a:ext cx="493776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rIns="365760"/>
          <a:lstStyle/>
          <a:p>
            <a:pPr algn="ctr">
              <a:spcAft>
                <a:spcPts val="1200"/>
              </a:spcAft>
              <a:defRPr sz="1300" b="1">
                <a:solidFill>
                  <a:srgbClr val="0284C7"/>
                </a:solidFill>
              </a:defRPr>
            </a:pPr>
            <a:r>
              <a:t>PROJECT TEAM MEMBERS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 Pranjal Sahay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    Registration No: 24BKT0082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•  Shubham Hazra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    Registration No: 24BKT0111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383280"/>
            <a:ext cx="502920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rIns="365760"/>
          <a:lstStyle/>
          <a:p>
            <a:pPr algn="ctr">
              <a:spcAft>
                <a:spcPts val="1200"/>
              </a:spcAft>
              <a:defRPr sz="1300" b="1">
                <a:solidFill>
                  <a:srgbClr val="0284C7"/>
                </a:solidFill>
              </a:defRPr>
            </a:pPr>
            <a:r>
              <a:t>FACULTY GUIDE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•  Mr. Jagalingam P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    Faculty Guide &amp; Course Coordinator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    School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SCHEDULAI : AN INTELLIGENT SOCRATIC OS 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Introduction to the Topic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20040" r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INTRODUCTION &amp; BACKGROUND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Core OS Role: CPU process scheduling is the primary kernel subsystem governing CPU allocation, queue management, and overall system throughput.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Learning Bottlenecks: Students struggle with non-preemptive vs preemptive mechanics, queue transitions, and complex trade-offs (e.g., Convoy Effect, Starvation).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LLM Chatbot Pitfalls: Standard conversational models passively dump long textbook passages rather than cultivating conceptual understanding.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Lack of Pedagogical Structure: Generic AI assistants fail to assess student intuition, diagnose misconceptions, or provide structured practice.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The Solution (SchedulAI): An interactive tutor built on Socratic inquiry, deterministic Gantt verification, and verified OS knowledge grounding.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20040" r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PRIMARY PROJECT OBJECTIVES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Enforce Socratic Question-Driven Teaching: Teach through real-world analogies, targeted inquiry, and guided reasoning across 20 OS concepts.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Zero-Hallucination Deterministic Problem Solving: Compute verified Gantt charts and timeline metrics (TAT, WT, RT) via pure-Python algorithms.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Multi-Turn Conversation &amp; State Memory: Track student understanding stages, past errors, and misconceptions dynamically in SQLite.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Authoritative Knowledge Grounding (RAG): Index 170 curated semantic chunks in ChromaDB vector store with citation attribution.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Embedded Evaluation &amp; Warm Personas: Deliver warm, adaptive acknowledgments on every turn while evaluating check questions rigorously.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 UI Preservation &amp; Robustness: Retain existing clean frontend interface while passing 100% of API and system test suites.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SCHEDULAI : AN INTELLIGENT SOCRATIC OS 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 &amp; Component Explanation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ARCHITECTURE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74519"/>
            <a:ext cx="475488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Frontend Chat Client (HTML5 / CSS3 / Vanilla JS)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651760"/>
            <a:ext cx="4754880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2. API Gateway &amp; Intent Router (FastAPI / Asynchronous Router)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429000"/>
            <a:ext cx="475488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3. Socratic Curriculum Engine &amp; Pedagogical Controller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• Stage 1-4 State Machine • Intent Classifier • 33 Evaluators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297680"/>
            <a:ext cx="2286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Deterministic Engine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• 11 Algorithm Solvers</a:t>
            </a:r>
            <a:br/>
            <a:r>
              <a:t>• Verified Gantt &amp;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297680"/>
            <a:ext cx="2286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ChromaDB Vector RAG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• 170 Curated Chunks</a:t>
            </a:r>
            <a:br/>
            <a:r>
              <a:t>• Semantic Vector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349240"/>
            <a:ext cx="4754880" cy="64008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5. Learner State DB (SQLite)  &amp;  Inference (Ollama Qwen / System Prompt)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371600"/>
            <a:ext cx="49377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 rIns="320040"/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ARCHITECTURAL SUBSYSTEMS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 Presentation Layer: Responsive, non-intrusive chat UI managing session identifiers, message timestamps, and markdown rendering.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 API Gateway &amp; Routing Layer: Asynchronous FastAPI endpoints managing lifespan database startup, input sanitization, and request routing.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 Socratic Dialogue Subsystem: Finite-state machine tracking the 4-stage pedagogical progression, assessing baseline knowledge, and mitigating misconceptions.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 Deterministic Calculation Engine: Dedicated scheduling algorithms executing mathematical process simulations with zero-hallucination accuracy.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 ChromaDB Vector Retrieval: Vector database storing 170 semantic chunks for grounded context injection and citation provenance.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 State &amp; Conversation Store: SQLite relational persistence managing multi-turn dialog history, topic progress, and learner mastery metrics.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 Ollama LLM Integration: Local model client operating under strict system prompts with JSON schema validation and graceful fallback.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SCHEDULAI : AN INTELLIGENT SOCRATIC OS 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Methodology: Socratic Tutoring &amp; Pedagogical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20040" r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4-STAGE SOCRATIC PROGRESSION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Stage 1 (Real-Life Intuitive Analogy): Grounds complex concepts in relatable daily scenarios (e.g., supermarket checkout for MLFQ, ER triage for Priority, canteen queue for FCFS).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Stage 2 (Mechanism &amp; Terminology): Transitions from intuition to low-level kernel mechanisms (hardware timer interrupts, PCB context switches, Red-Black Trees).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Stage 3 (Trade-Offs &amp; Phenomenon Synthesis): Explores system trade-offs, edge-cases, and systemic behaviors (Convoy Effect, starvation vs aging, cache affinity loss).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Stage 4 (Guided Practice Transition): Offers verified numerical problem solving to reinforce theoretical concepts with concrete metrics.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Default Teaching Mode: Conceptual inquiries strictly trigger interactive questioning rather than passive textbook paragraphs.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20040" r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LEARNER MODELING &amp; ADAPTIVE FEEDBACK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Dynamic State Management: Persistently tracks concepts understood, partially understood, and needing review in the SQLite database.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Adaptive Misconception Identification: Diagnoses common student errors (e.g., confusing turnaround time with waiting time or assuming preemption terminates jobs).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33 Specialized Answer Evaluators: Robust regex and keyword evaluators recognizing nuanced student phrasing without falling back to generic chat.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Warm, Encouraging Persona: Warmly acknowledges every student answer ('Spot on!', 'Exactly right!', 'Good attempt, but here is the nuance:').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Zero-Knowledge &amp; Direct-Answer Handling: Gracefully supports students with zero baseline knowledge or students explicitly requesting direct formulas.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SCHEDULAI : AN INTELLIGENT SOCRATIC OS 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Methodology: Deterministic Solver &amp; RAG Grounding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20040" r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DETERMINISTIC SCHEDULING SOLVER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11 Algorithmic Solvers Implemented: FCFS, SJF, SRTF, Round Robin, Priority, HRRN, MLQ, MLFQ, Linux CFS, Real-Time RMS/EDF, Stride Scheduling.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Zero Generative Math: Metrics, completion times, and queue state transitions are strictly calculated in Python, eliminating LLM arithmetic hallucination.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Verified ASCII Gantt Charts: Automatically constructs clean text-based timelines with precise millisecond interval boundaries.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Standard Metric Computations: Generates exact Completion Time (CT), Turnaround Time (TAT = CT - AT), Waiting Time (WT = TAT - BT), and Response Time (RT).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Embedded Tutor Check Inquiries: Concludes each worked example with a targeted question testing comprehension of key timeline transitions.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20040" r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170-CHUNK CHROMADB RAG SYSTEM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170 High-Density Semantic Chunks: Ingested across 21 structured textbook documents covering algorithms, fundamentals, and worked problem sets.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Advanced Theory Inclusion: Covers Queuing Theory (Little's Law, M/M/1), Kernel Preemption (preempt_count), Hardware Timers (APIC, PIT), and Priority Inversion.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Local Vector Storage: Managed locally using ChromaDB with persistent disk serialization and dense semantic vector search.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Hybrid Citation Provenance: Automatically attaches source chunk identifiers to tutor turns for academic verification.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Dynamic System Prompt Injection: Injects top-k retrieved knowledge passages into the conversational prompt to ensure factual authority.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SCHEDULAI : AN INTELLIGENT SOCRATIC OS 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Results &amp; Experimental System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20040" r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VERIFIED TEST SUITE &amp; SYSTEM STABILITY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100% Automated Test Pass Rate: All 72 unit and integration tests passing cleanly across API, database, RAG, and scheduling engines.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Zero Regression Execution: Passed end-to-end API regression tests across conversational turn requirements, memory retention, and fallback routing.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Fast Execution Latency: Complete 72-test suite executes in ~11.55 seconds with fast deterministic math and vector search.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Robust Check Question Handlers: 11 out of 11 algorithm check question dialogues verified with warm acknowledgments and forward questions.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Deterministic Solve Accuracy: 100% accuracy on canonical benchmark problems for FCFS, SJF, SRTF, RR, Priority, HRRN, MLFQ, CFS, RMS, MQMS, and Stride.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20040" r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PEDAGOGICAL &amp; CONVERSATIONAL METRICS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Zero Unprompted Syllabus Dumping: Greetings ('Hello') respond in 1 concise turn ('Hey! What are we learning today?') without lecture text.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Active Socratic Inquiries: 100% of concept requests trigger intuitive real-life analogies rather than static encyclopedia dumps.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Reliable Misconception Correction: Identified misconceptions trigger empathetic, targeted corrections before advancing.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Seamless Context Carryover: Retains past topics, student answers, and difficulty levels across prolonged multi-turn sessions.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Zero Frontend Regression: Existing user interface preserved completely with zero changes to layout, stylesheets, or scripts.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SCHEDULAI : AN INTELLIGENT SOCRATIC OS 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20040" r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PROJECT SUMMARY &amp; CONTRIBUTIONS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Successfully Built SchedulAI: Transformed generic LLM interactions into an intelligent, adaptive Operating Systems tutor.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Socratic Teaching Paradigm: Replaced passive text dumps with a structured 4-stage inquiry model (Analogy -&gt; Mechanism -&gt; Trade-offs -&gt; Practice).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Deterministic Mathematical Grounding: Eliminated generative calculation errors by coupling NLP dialogue with a verified pure-Python solver.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Universal Algorithm Coverage: Fully tuned across 20 OS curriculum topics, covering both classic uniprocessor and modern multi-core schedulers.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Educational Value: Empowers engineering students to build deep conceptual intuition and master exam-level scheduling problems.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20040" rIns="36576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</a:defRPr>
            </a:pPr>
            <a:r>
              <a:t>FUTURE RESEARCH &amp; ENHANCEMENTS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Interactive Visual Timeline Simulator: Animated SVG / Canvas UI showing real-time process state migrations across multicore queues.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Automated Exercise &amp; Quiz Generator: Dynamic procedural workload generation with real-time student submission grading.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Multimodal Voice Tutoring: Bidirectional voice interaction using speech-to-speech models for natural audio pair-learning.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Kernel Code Cross-Referencing: Linking scheduling concepts directly to upstream Linux kernel source lines (e.g., `kernel/sched/fair.c`).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 LMS Integration: Interoperability with Moodle and Canvas platforms for automated grading and learning analytics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